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by Marp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**PROACT**</dc:title>
  <dc:creator>Created by Marp</dc:creator>
  <dc:subject>PptxGenJS Presentation</dc:subject>
  <cp:lastModifiedBy>Micko Gabriel</cp:lastModifiedBy>
  <cp:revision>2</cp:revision>
  <dcterms:created xsi:type="dcterms:W3CDTF">2026-06-17T06:29:00Z</dcterms:created>
  <dcterms:modified xsi:type="dcterms:W3CDTF">2026-06-17T06:40:24Z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C86293D757034127AF516DB096EF6EC7_12</vt:lpwstr>
  </property>
</Properties>
</file>